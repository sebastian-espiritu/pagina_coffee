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5/09/2026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5/09/2026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5/09/2026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5/09/2026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5/09/2026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5/09/2026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review.themeforest.net/item/gustavo-mexican-grill-bar-restaurant/full_screen_preview/19719166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08810154"/>
              </p:ext>
            </p:extLst>
          </p:nvPr>
        </p:nvGraphicFramePr>
        <p:xfrm>
          <a:off x="498835" y="2118339"/>
          <a:ext cx="11232490" cy="4140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Sebastián Ángel Espiritu Michue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SI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714637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Sebastián Antonio Huaman Mozo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352474915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Patrick Anthony Quispe De La Cruz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106793615"/>
                  </a:ext>
                </a:extLst>
              </a:tr>
              <a:tr h="704449">
                <a:tc>
                  <a:txBody>
                    <a:bodyPr/>
                    <a:lstStyle/>
                    <a:p>
                      <a:pPr lvl="0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18696241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75158255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607104"/>
              </p:ext>
            </p:extLst>
          </p:nvPr>
        </p:nvGraphicFramePr>
        <p:xfrm>
          <a:off x="498835" y="134997"/>
          <a:ext cx="11232490" cy="192893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337301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337301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32798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337301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Cafetería “Coffee Shop”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337301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ES" dirty="0">
                          <a:hlinkClick r:id="rId2"/>
                        </a:rPr>
                        <a:t>https://preview.themeforest.net/item/gustavo-mexican-grill-bar-restaurant/full_screen_preview/19719166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65897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 fontScale="90000"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</a:t>
            </a:r>
            <a:r>
              <a:rPr lang="es-ES" sz="3300">
                <a:solidFill>
                  <a:schemeClr val="tx2"/>
                </a:solidFill>
              </a:rPr>
              <a:t>actividad del Avance </a:t>
            </a:r>
            <a:r>
              <a:rPr lang="es-ES" sz="3300" dirty="0">
                <a:solidFill>
                  <a:schemeClr val="tx2"/>
                </a:solidFill>
              </a:rPr>
              <a:t>de Proyecto Final.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158</Words>
  <Application>Microsoft Office PowerPoint</Application>
  <PresentationFormat>Panorámica</PresentationFormat>
  <Paragraphs>24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del Avance de Proyecto Final.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Sebastian Angel Espiritu Michue</cp:lastModifiedBy>
  <cp:revision>20</cp:revision>
  <dcterms:created xsi:type="dcterms:W3CDTF">2022-09-09T21:19:54Z</dcterms:created>
  <dcterms:modified xsi:type="dcterms:W3CDTF">2026-09-06T01:14:36Z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fc602c-5789-4a0e-b410-c145f63bc4e2_Enabled">
    <vt:lpwstr>true</vt:lpwstr>
  </property>
  <property fmtid="{D5CDD505-2E9C-101B-9397-08002B2CF9AE}" pid="3" name="MSIP_Label_2ffc602c-5789-4a0e-b410-c145f63bc4e2_SetDate">
    <vt:lpwstr>2026-09-06T01:04:59Z</vt:lpwstr>
  </property>
  <property fmtid="{D5CDD505-2E9C-101B-9397-08002B2CF9AE}" pid="4" name="MSIP_Label_2ffc602c-5789-4a0e-b410-c145f63bc4e2_Method">
    <vt:lpwstr>Standard</vt:lpwstr>
  </property>
  <property fmtid="{D5CDD505-2E9C-101B-9397-08002B2CF9AE}" pid="5" name="MSIP_Label_2ffc602c-5789-4a0e-b410-c145f63bc4e2_Name">
    <vt:lpwstr>defa4170-0d19-0005-0004-bc88714345d2</vt:lpwstr>
  </property>
  <property fmtid="{D5CDD505-2E9C-101B-9397-08002B2CF9AE}" pid="6" name="MSIP_Label_2ffc602c-5789-4a0e-b410-c145f63bc4e2_SiteId">
    <vt:lpwstr>4ea9247d-3787-43ff-b9dc-713bb03a94bd</vt:lpwstr>
  </property>
  <property fmtid="{D5CDD505-2E9C-101B-9397-08002B2CF9AE}" pid="7" name="MSIP_Label_2ffc602c-5789-4a0e-b410-c145f63bc4e2_ActionId">
    <vt:lpwstr>b7ac73da-b10a-47c4-8d76-68b742da744e</vt:lpwstr>
  </property>
  <property fmtid="{D5CDD505-2E9C-101B-9397-08002B2CF9AE}" pid="8" name="MSIP_Label_2ffc602c-5789-4a0e-b410-c145f63bc4e2_ContentBits">
    <vt:lpwstr>0</vt:lpwstr>
  </property>
  <property fmtid="{D5CDD505-2E9C-101B-9397-08002B2CF9AE}" pid="9" name="MSIP_Label_2ffc602c-5789-4a0e-b410-c145f63bc4e2_Tag">
    <vt:lpwstr>10, 3, 0, 1</vt:lpwstr>
  </property>
</Properties>
</file>